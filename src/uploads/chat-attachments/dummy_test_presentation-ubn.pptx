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Dummy PowerPoint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presentation for upload and file-processing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dummy content for testing.</a:t>
            </a:r>
          </a:p>
          <a:p>
            <a:pPr/>
            <a:r>
              <a:t>Text extraction</a:t>
            </a:r>
          </a:p>
          <a:p>
            <a:pPr/>
            <a:r>
              <a:t>Slide parsing</a:t>
            </a:r>
          </a:p>
          <a:p>
            <a:pPr/>
            <a:r>
              <a:t>File upload validation</a:t>
            </a:r>
          </a:p>
          <a:p>
            <a:pPr/>
            <a:r>
              <a:t>PowerPoint rendering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0292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Test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Test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Test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Dummy PowerPoint file.</a:t>
            </a:r>
          </a:p>
          <a:p>
            <a:r>
              <a:t>Created for testing upload, parsing, conversion, or presentation-processing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